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91440"/>
            <a:ext cx="31089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097280"/>
            <a:ext cx="31089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103120"/>
            <a:ext cx="31089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3108960"/>
            <a:ext cx="31089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4114800"/>
            <a:ext cx="31089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Math Analyzer 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Análisis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Matemático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Flujo de Datos y Funcionamiento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Analizador Léxico / Sintáctico sobre DFA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55448"/>
            <a:ext cx="2926080" cy="64008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554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Backend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1161288"/>
            <a:ext cx="2926080" cy="640080"/>
          </a:xfrm>
          <a:prstGeom prst="rect">
            <a:avLst/>
          </a:prstGeom>
          <a:solidFill>
            <a:srgbClr val="161B22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1612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MathParser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2167128"/>
            <a:ext cx="2926080" cy="640080"/>
          </a:xfrm>
          <a:prstGeom prst="rect">
            <a:avLst/>
          </a:prstGeom>
          <a:solidFill>
            <a:srgbClr val="161B22"/>
          </a:solidFill>
          <a:ln w="25400">
            <a:solidFill>
              <a:srgbClr val="00FF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167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35040" y="3172968"/>
            <a:ext cx="2926080" cy="640080"/>
          </a:xfrm>
          <a:prstGeom prst="rect">
            <a:avLst/>
          </a:prstGeom>
          <a:solidFill>
            <a:srgbClr val="161B22"/>
          </a:solidFill>
          <a:ln w="25400">
            <a:solidFill>
              <a:srgbClr val="FF0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172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Bridge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5040" y="4178808"/>
            <a:ext cx="2926080" cy="640080"/>
          </a:xfrm>
          <a:prstGeom prst="rect">
            <a:avLst/>
          </a:prstGeom>
          <a:solidFill>
            <a:srgbClr val="161B22"/>
          </a:solidFill>
          <a:ln w="25400">
            <a:solidFill>
              <a:srgbClr val="FF8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41788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Vis.js Front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DFA • Recursive Descent Parser • WebSocket • nlohmann/json • Vis.js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Vista General del Sistema — Flujo de un Mensaje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68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(Navegador)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73352"/>
            <a:ext cx="173736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19072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buildMenuButtons.js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783080"/>
            <a:ext cx="45720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6642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822960"/>
            <a:ext cx="201168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868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1673352"/>
            <a:ext cx="173736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719072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Puerto 9055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Bidireccional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783080"/>
            <a:ext cx="45720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6642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201168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868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SERVIDOR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Backend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673352"/>
            <a:ext cx="173736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719072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ServerFunction.cpp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rxMessage → processAction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783080"/>
            <a:ext cx="457200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6642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822960"/>
            <a:ext cx="201168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0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49440" y="868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95160" y="1673352"/>
            <a:ext cx="173736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719072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MathParser.cpp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Léxico + Sintáctico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108960"/>
            <a:ext cx="85953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  Respuesta JSON  (notifyMessage → "Math Analysis" → socketService → mathAnalysis() → buildNodeSample())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11880"/>
            <a:ext cx="256032" cy="256032"/>
          </a:xfrm>
          <a:prstGeom prst="ellipse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36301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 escribe expresión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977640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39959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sendMessage("mathAnalysis", expr)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343400"/>
            <a:ext cx="256032" cy="25603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43616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rxMessage() parsea el JSON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611880"/>
            <a:ext cx="256032" cy="256032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36301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MathParser tokeniza y evalúa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977640"/>
            <a:ext cx="256032" cy="25603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74920" y="39959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notifyMessage("Math Analysis", …)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4343400"/>
            <a:ext cx="256032" cy="256032"/>
          </a:xfrm>
          <a:prstGeom prst="ellipse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74920" y="43616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mathAnalysis() dibuja en Vis.js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Alfabeto y Gramática del DFA Matemático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778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— Alfabeto Definido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1005840" cy="21945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[0-9]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31673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Dígitos enteros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1005840" cy="219456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54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 - * /]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57276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aritméticos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1005840" cy="219456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10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. 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182880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decimal (entre dígitos)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66544"/>
            <a:ext cx="1005840" cy="21945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665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( ) 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208483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 de agrupación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322576"/>
            <a:ext cx="1005840" cy="21945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225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cos tan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234086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trigonométricas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822960"/>
            <a:ext cx="438912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87782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— Estados del DFA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298448"/>
            <a:ext cx="1005840" cy="219456"/>
          </a:xfrm>
          <a:prstGeom prst="ellipse">
            <a:avLst/>
          </a:prstGeom>
          <a:solidFill>
            <a:srgbClr val="161B22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298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23560" y="131673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 de la máquina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554480"/>
            <a:ext cx="1005840" cy="219456"/>
          </a:xfrm>
          <a:prstGeom prst="ellipse">
            <a:avLst/>
          </a:prstGeom>
          <a:solidFill>
            <a:srgbClr val="161B22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554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23560" y="157276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leyó un número válido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1810512"/>
            <a:ext cx="1005840" cy="219456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F0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1810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23560" y="182880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leyó un operador o paréntesis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066544"/>
            <a:ext cx="1005840" cy="219456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0665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23560" y="20848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leyó sin / cos / tan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2322576"/>
            <a:ext cx="1005840" cy="219456"/>
          </a:xfrm>
          <a:prstGeom prst="ellipse">
            <a:avLst/>
          </a:prstGeom>
          <a:solidFill>
            <a:srgbClr val="161B22"/>
          </a:solidFill>
          <a:ln w="25400">
            <a:solidFill>
              <a:srgbClr val="00FF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3225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23560" y="234086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aceptada correctamente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2880360"/>
            <a:ext cx="859536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0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148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de Validación del DFA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1480" y="33192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5..2  |  5.  |  .2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26080" y="3319272"/>
            <a:ext cx="5806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INVALID_NUMBER / INVALID_DECIMAL — múltiples puntos o punto sin dígito previo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36667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0/0  |  n/0  |  0/n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926080" y="3666744"/>
            <a:ext cx="5806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Detectado en parseo. Resultado: "Indeterminado" (sin crash)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40142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sin90  |  log(x)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6080" y="4014216"/>
            <a:ext cx="5806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Función sin paréntesis o función fuera del alfabeto — excepción descriptiva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43616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sin(cos(45))  |  (3+2)*4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26080" y="4361688"/>
            <a:ext cx="5806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Anidamiento válido — la gramática soporta recursividad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1 — Analizador Léxico: MathParser::tokenize()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la cadena de texto cruda en una secuencia de objetos Token clasificados por tipo.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Ejemplo: entrada  →  "sin(3.14 + 2) * 5"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914400" cy="5029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444752" y="1536192"/>
            <a:ext cx="914400" cy="5029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0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4752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44752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78024" y="1536192"/>
            <a:ext cx="914400" cy="5029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78024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78024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511296" y="1536192"/>
            <a:ext cx="914400" cy="5029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0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11296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11296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44568" y="1536192"/>
            <a:ext cx="914400" cy="5029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44568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577840" y="1536192"/>
            <a:ext cx="914400" cy="5029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0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611112" y="1536192"/>
            <a:ext cx="914400" cy="5029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0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11112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644384" y="1536192"/>
            <a:ext cx="914400" cy="5029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44384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2514600"/>
            <a:ext cx="416052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4048" y="2578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Números válidos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" y="28620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isdigit() inicia acumulación. Solo 1 punto decimal permitido. "3.14" 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514600"/>
            <a:ext cx="416052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64608" y="2578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Funciones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64608" y="28620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isalpha() acumula la palabra. Solo acepta "sin", "cos", "tan". Resto → UNKNOWN_FUNCTION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611880"/>
            <a:ext cx="416052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0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84048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Operadores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4048" y="39593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símbolo no alfanumérico pasa como OPERATOR (+, -, *, /, (, ))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611880"/>
            <a:ext cx="416052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64608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Errores léxicos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64608" y="39593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"5..2" → INVALID_NUMBER. ".2" → INVALID_DECIMAL. Se registra el token completo para el mensaje de error.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2 — Analizador Sintáctico: Recursive Descent Parser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Precedencia de Operadores — de menor a mayor prioridad: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338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88920" y="11338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y 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1444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Prioridad: BAJA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1828800"/>
            <a:ext cx="640080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18653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8653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y 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1762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Prioridad: MEDIA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2560320"/>
            <a:ext cx="457200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25968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5968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  −unario  Números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9077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Prioridad: ALTA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3291840"/>
            <a:ext cx="2926080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3328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3328416"/>
            <a:ext cx="-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 cos  tan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3639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Prioridad: MÁS ALTA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1764792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llama 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2496312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llama 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0" y="3227832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llama 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85953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Validaciones en factor()  —  Primera línea de defensa contra errores sintácticos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INVALID_NUMBER → excepción: "Número inválido: 5..2"   |   INVALID_DECIMAL → excepción: "Punto sin dígito previo"   |   UNKNOWN_FUNCTION → excepción: "Función no reconocida: log"   |   FUNCTION sin "(" → excepción: "Se esperaba ( después de sin"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ServerFunction — Enrutador, Diccionario y Bridge JSON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0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86968"/>
            <a:ext cx="347472" cy="347472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8869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usrFunction map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5603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716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 las acciones disponibles.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usrFunction.insert({"mathAnalysis", &amp;ServerFunction::mathAnalyzerFunction})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este registro, el backend ignora el comando del frontend.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886968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8869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rxMessage()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5603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3716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Puerta de entrada de todo mensaje WebSocket.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document = json::parse(msg);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Convierte el string crudo en objeto JSON estructurado.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74320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886968"/>
            <a:ext cx="347472" cy="34747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8869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processAction()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325880"/>
            <a:ext cx="25603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3716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 la clave "Action" del JSON.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 en el mapa y ejecuta el puntero a función correcto.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Try/catch triple: evita crashes por JSON malformado.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651760"/>
            <a:ext cx="274320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715768"/>
            <a:ext cx="347472" cy="34747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27157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getFunction()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25603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2004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Búsqueda segura en el mapa de punteros.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Devuelve nullptr si la acción no existe.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Permite al servidor manejar acciones desconocidas con gracia.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651760"/>
            <a:ext cx="274320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2715768"/>
            <a:ext cx="347472" cy="347472"/>
          </a:xfrm>
          <a:prstGeom prst="ellipse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03320" y="27157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notifyMessage()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91840" y="3154680"/>
            <a:ext cx="25603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32004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Empaqueta la respuesta en el formato estándar: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"Action": "Math Analysis", "Data": { ... }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frontend lo lee en socketService() → case "Math Analysis".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2651760"/>
            <a:ext cx="288036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80760" y="26974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— Puntero a Función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298094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std::string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(ServerFunction::*srvrFunction)(json);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Visualización — El Lienzo en Tres Secciones (Vis.js)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88920" cy="41605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8892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Sección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Árbol Sintáctico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DFA (Grafo de Estados)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26060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2880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ESTADOS únicos del DFA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 → NUMBER → OPERATOR → … →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token leído genera una transición.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flechas curvas evitan el empalme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arcos entre los mismos estados.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26060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0050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key: "dfa_trace"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Nodos: estados únicos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Aristas: numeradas por paso [i]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788920" cy="41605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22960"/>
            <a:ext cx="2788920" cy="3840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822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Sección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2618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Grafo Lineal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Tokens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783080"/>
            <a:ext cx="26060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82880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cada token de la expresión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 nodo en secuencia lineal.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ver exactamente qué recibió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parser elemento por elemento.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raíz invisible simula 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 de entrada del autómata.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977640"/>
            <a:ext cx="26060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40050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key: "pattern"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Nodos: un token por círculo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Aristas: izq a der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822960"/>
            <a:ext cx="2788920" cy="41605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0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822960"/>
            <a:ext cx="2788920" cy="384048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822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Sección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12618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Desglose 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Resolución por Pasos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783080"/>
            <a:ext cx="26060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82880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jerarquía de operaciones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izquierda a derecha respetando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precedencia: * / antes que + −.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muestra la sub-expresión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resultado parcial acumulado.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final en verde = resultado.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977640"/>
            <a:ext cx="26060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400507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key: "input"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dorado: *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azul: + 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verde: resultado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Manejo de Errores y Casos Especiales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nunca crashea — cada error produce un mensaje descriptivo hacia el frontend.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133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63240" y="113385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Mensaje de Error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8595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26464"/>
            <a:ext cx="54864" cy="34747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4447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5..2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4447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Léxico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1444752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invalido: "5..2". Solo un punto decimal permitido.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810512"/>
            <a:ext cx="8595360" cy="34747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810512"/>
            <a:ext cx="54864" cy="34747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8288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182880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Léxico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63240" y="1828800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decimal invalido: "." encontrado sin dígito previo.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194560"/>
            <a:ext cx="8595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94560"/>
            <a:ext cx="54864" cy="34747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2128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221284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Sintáctico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63240" y="2212848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 incompleta: se esperaba un valor después de "+".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578608"/>
            <a:ext cx="8595360" cy="34747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578608"/>
            <a:ext cx="54864" cy="34747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596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259689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Sintáctico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63240" y="2596896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 incompleta: operador "+" al inicio sin valor previo.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962656"/>
            <a:ext cx="8595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962656"/>
            <a:ext cx="54864" cy="34747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29809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(3+2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20240" y="298094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Sintáctico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63240" y="2980944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 no cerrado: se encontró "(" sin su ")" correspondiente.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346704"/>
            <a:ext cx="8595360" cy="34747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346704"/>
            <a:ext cx="54864" cy="34747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336499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log(x)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20240" y="336499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Léxico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63240" y="3364992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no reconocida: "log". Permitidas: sin, cos, tan.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730752"/>
            <a:ext cx="859536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730752"/>
            <a:ext cx="54864" cy="34747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" y="37490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sin90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20240" y="374904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Sintáctico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063240" y="3749040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inválida a función "sin": se esperaba "(" después del nombre.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114800"/>
            <a:ext cx="8595360" cy="34747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114800"/>
            <a:ext cx="54864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" y="41330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0/0  n/0  0/n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920240" y="413308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063240" y="4133088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"Indeterminado" — sin crash, sin NaN, sin Inf. Detectado en división.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 del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Analyzer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416052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83080"/>
            <a:ext cx="64008" cy="8046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196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Léxico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122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tokenize() divide la expresión en Tokens tipados: NUMBER, OPERATOR, FUNCTION.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416052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83080"/>
            <a:ext cx="64008" cy="80467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196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Sintáctico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21122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Descent: expression → term → factor → function respeta jerarquía de operaciones.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416052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FF0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97480"/>
            <a:ext cx="64008" cy="804672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340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Enrutamiento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0266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rxMessage → processAction → mapa de punteros → mathAnalyzerFunction().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97480"/>
            <a:ext cx="416052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697480"/>
            <a:ext cx="64008" cy="80467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7340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0266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notifyMessage empaqueta status + result + 3 grafos en JSON → WebSocket → mathAnalysis() en JS.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416052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11880"/>
            <a:ext cx="64008" cy="80467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6484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410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crashes. Cada caso inválido genera un string descriptivo. 0/0 → "Indeterminado".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611880"/>
            <a:ext cx="416052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11880"/>
            <a:ext cx="64008" cy="8046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6484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Lienzo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410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1: DFA. Sección 2: tokens lineales. Sección 3: desglose de resolución por pasos.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 •  nlohmann/json  •  WebSocket  •  Vis.js  •  DFA  •  Recursive Descent Parser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Analyzer – Módulo de Análisis Matemático</dc:title>
  <dc:subject>PptxGenJS Presentation</dc:subject>
  <dc:creator>PptxGenJS</dc:creator>
  <cp:lastModifiedBy>PptxGenJS</cp:lastModifiedBy>
  <cp:revision>1</cp:revision>
  <dcterms:created xsi:type="dcterms:W3CDTF">2026-05-14T22:28:32Z</dcterms:created>
  <dcterms:modified xsi:type="dcterms:W3CDTF">2026-05-14T22:28:32Z</dcterms:modified>
</cp:coreProperties>
</file>